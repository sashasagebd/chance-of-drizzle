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db3d5d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db3d5d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db3d5d2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db3d5d2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db3d5d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db3d5d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0db3d5d2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0db3d5d2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db3d5d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db3d5d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db3d5d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0db3d5d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db3d5d2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db3d5d2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0db3d5d2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0db3d5d2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db3d5d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db3d5d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I’ve been working on the sound setup this week . added the SoundManager and MusicPlayer scripts, integrated combat + ambient sounds, and started testing playback in Unity. I haven’t pushed changes yet because I'm fixing some errors while running the code, but I still have a lot to do. Next up I’ll finish the dynamic binding part and move toward user testing.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db3d5d2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db3d5d2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I’ve been working on the sound setup this week . added the SoundManager and MusicPlayer scripts, integrated combat + ambient sounds, and started testing playback in Unity. I haven’t pushed changes yet because I'm fixing some errors while running the code, but I still have a lot to do. Next up I’ll finish the dynamic binding part and move toward user testing.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0db3d5d2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0db3d5d2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I’ve been working on the sound setup this week . added the SoundManager and MusicPlayer scripts, integrated combat + ambient sounds, and started testing playback in Unity. I haven’t pushed changes yet because I'm fixing some errors while running the code, but I still have a lot to do. Next up I’ll finish the dynamic binding part and move toward user testing.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0db3d5d2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0db3d5d2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I’ve been working on the sound setup this week . added the SoundManager and MusicPlayer scripts, integrated combat + ambient sounds, and started testing playback in Unity. I haven’t pushed changes yet because I'm fixing some errors while running the code, but I still have a lot to do. Next up I’ll finish the dynamic binding part and move toward user testing.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0db3d5d2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0db3d5d2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I’ve been working on the sound setup this week . added the SoundManager and MusicPlayer scripts, integrated combat + ambient sounds, and started testing playback in Unity. I haven’t pushed changes yet because I'm fixing some errors while running the code, but I still have a lot to do. Next up I’ll finish the dynamic binding part and move toward user testing.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1"/>
            </a:gs>
            <a:gs pos="100000">
              <a:srgbClr val="20124D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aCTZrNljVL2SIpcECr-5ndyZaPBybo5U/view" TargetMode="External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fITgSqjqKFR4nGyV72pEUIyPUI0gvNZu/view" TargetMode="External"/><Relationship Id="rId4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9469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Team 2 Studios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168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Weekly Presentation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6" name="Google Shape;56;p13" title="team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9829" y="2571750"/>
            <a:ext cx="1772470" cy="23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2285400"/>
            <a:ext cx="39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220">
                <a:solidFill>
                  <a:schemeClr val="lt1"/>
                </a:solidFill>
              </a:rPr>
              <a:t>Team Poster</a:t>
            </a:r>
            <a:endParaRPr sz="3220">
              <a:solidFill>
                <a:schemeClr val="lt1"/>
              </a:solidFill>
            </a:endParaRPr>
          </a:p>
        </p:txBody>
      </p:sp>
      <p:pic>
        <p:nvPicPr>
          <p:cNvPr id="62" name="Google Shape;62;p14" title="Chance of Drizzle Poster Draft 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188" y="0"/>
            <a:ext cx="37407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2131645"/>
            <a:ext cx="8520600" cy="8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Demo Mode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CoM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Storage of Enemy instances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0" name="Google Shape;80;p17" title="2025-11-06T01:21:37,541903480-08: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3900625"/>
            <a:ext cx="8239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2025-11-06T01:20:30,933207761-08: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900" y="1963575"/>
            <a:ext cx="8839199" cy="877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2025-11-06T01:20:16,556189917-08: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0975" y="3037638"/>
            <a:ext cx="27241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2025-11-06T01:19:40,193448515-08: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900" y="1112963"/>
            <a:ext cx="3810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713825" y="1112975"/>
            <a:ext cx="263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Where the enemies are stored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5" name="Google Shape;85;p17"/>
          <p:cNvCxnSpPr>
            <a:stCxn id="84" idx="1"/>
            <a:endCxn id="83" idx="3"/>
          </p:cNvCxnSpPr>
          <p:nvPr/>
        </p:nvCxnSpPr>
        <p:spPr>
          <a:xfrm rot="10800000">
            <a:off x="4025925" y="1284425"/>
            <a:ext cx="68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7"/>
          <p:cNvSpPr txBox="1"/>
          <p:nvPr/>
        </p:nvSpPr>
        <p:spPr>
          <a:xfrm>
            <a:off x="107950" y="1538275"/>
            <a:ext cx="287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Where the “new” keyword is used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7" name="Google Shape;87;p17"/>
          <p:cNvCxnSpPr>
            <a:stCxn id="86" idx="3"/>
            <a:endCxn id="81" idx="0"/>
          </p:cNvCxnSpPr>
          <p:nvPr/>
        </p:nvCxnSpPr>
        <p:spPr>
          <a:xfrm>
            <a:off x="2982250" y="1709725"/>
            <a:ext cx="1653300" cy="253800"/>
          </a:xfrm>
          <a:prstGeom prst="bentConnector2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7"/>
          <p:cNvSpPr txBox="1"/>
          <p:nvPr/>
        </p:nvSpPr>
        <p:spPr>
          <a:xfrm>
            <a:off x="107942" y="3199563"/>
            <a:ext cx="330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How the enemy instance gets to the list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9" name="Google Shape;89;p17"/>
          <p:cNvCxnSpPr>
            <a:stCxn id="88" idx="3"/>
            <a:endCxn id="80" idx="0"/>
          </p:cNvCxnSpPr>
          <p:nvPr/>
        </p:nvCxnSpPr>
        <p:spPr>
          <a:xfrm>
            <a:off x="3413042" y="3371013"/>
            <a:ext cx="922500" cy="529500"/>
          </a:xfrm>
          <a:prstGeom prst="bentConnector2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>
            <a:stCxn id="88" idx="3"/>
            <a:endCxn id="82" idx="1"/>
          </p:cNvCxnSpPr>
          <p:nvPr/>
        </p:nvCxnSpPr>
        <p:spPr>
          <a:xfrm>
            <a:off x="3413042" y="3371013"/>
            <a:ext cx="2317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Virtual Method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6" name="Google Shape;96;p18" title="2025-11-06T01:14:01,742062516-08: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7575" y="3055000"/>
            <a:ext cx="53911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2025-11-06T01:13:35,170186463-08:00.png"/>
          <p:cNvPicPr preferRelativeResize="0"/>
          <p:nvPr/>
        </p:nvPicPr>
        <p:blipFill rotWithShape="1">
          <a:blip r:embed="rId4">
            <a:alphaModFix/>
          </a:blip>
          <a:srcRect b="0" l="0" r="31972" t="0"/>
          <a:stretch/>
        </p:blipFill>
        <p:spPr>
          <a:xfrm>
            <a:off x="374650" y="1583925"/>
            <a:ext cx="53911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947850" y="1782413"/>
            <a:ext cx="280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lt1"/>
                </a:solidFill>
              </a:rPr>
              <a:t>in class Enemy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09033" y="3243950"/>
            <a:ext cx="305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lt1"/>
                </a:solidFill>
              </a:rPr>
              <a:t>in class FlyingEnemy:Enemy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 title="CoM_Virtu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18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Gantt Chart Progress so far (pg 1)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2" name="Google Shape;112;p20" title="2025-11-06T02:10:25,717685493-08: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5400"/>
            <a:ext cx="9144000" cy="3455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8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Gantt Chart Progress so far (pg 2)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21" title="2025-11-06T02:07:15,969071510-08: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7085424" cy="428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Alija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Worked On: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sound setup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added SoundManager and MusicPlayer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integrated combat + ambient sounds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ja" sz="1600">
                <a:solidFill>
                  <a:schemeClr val="lt1"/>
                </a:solidFill>
              </a:rPr>
              <a:t>started testing playback in Unity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572000" y="2871200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Virtual Method: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MusicPlayer : SoundManager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virtual PlaySound()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overridden to play looping music instead of one-shot sounds.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Erik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Worked On: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Implementing new spawners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Improving the enemy spawner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4572000" y="2871200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Virtual Method: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EnemySpawner : ObjectSpawner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virtual SpecificTest()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Runs tests designed for the enemy spawner instead for spawners overall.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Owen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Worked On: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Finished pause menu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Level design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Save code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572000" y="2871200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Virtual Method: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WinPage : MenuPage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virtual exit()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Exits to the next level instead of the start page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Sasha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4260300" cy="21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Worked On: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added armor (auto equips best owned)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ja" sz="1600">
                <a:solidFill>
                  <a:schemeClr val="lt1"/>
                </a:solidFill>
              </a:rPr>
              <a:t>chestplate, helmet, pants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permanent buff items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ja" sz="1600">
                <a:solidFill>
                  <a:schemeClr val="lt1"/>
                </a:solidFill>
              </a:rPr>
              <a:t>speed boost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temporary buff items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ja" sz="1600">
                <a:solidFill>
                  <a:schemeClr val="lt1"/>
                </a:solidFill>
              </a:rPr>
              <a:t>damage boost, jump boost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4572000" y="2871200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Virtual Method: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Item : Item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virtual ShowItem()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Shows what kind of item the player just picked up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Sebastjan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Worked On: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Switched from 1st to 3rd person camera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Fixed bugs in bullet system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Improved movement functionality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4572000" y="2871200"/>
            <a:ext cx="42603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Virtual Method: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ProjectileWeapon : WeaponBase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SpecificTest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ja" sz="1600">
                <a:solidFill>
                  <a:schemeClr val="lt1"/>
                </a:solidFill>
              </a:rPr>
              <a:t>Runs tests designed for the enemy spawner instead for spawners overall.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